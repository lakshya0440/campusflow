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203"/>
    <a:srgbClr val="333300"/>
    <a:srgbClr val="3366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B64E9-AE90-4ABF-B867-19E9C326CD0C}" v="5" dt="2026-08-24T04:19:23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ya Jain" userId="f1819920460a2214" providerId="LiveId" clId="{1A2DD0CF-7FF1-4625-87FA-8D904C86EF0C}"/>
    <pc:docChg chg="custSel addSld modSld">
      <pc:chgData name="Lakshya Jain" userId="f1819920460a2214" providerId="LiveId" clId="{1A2DD0CF-7FF1-4625-87FA-8D904C86EF0C}" dt="2026-08-24T10:22:18.633" v="286" actId="20577"/>
      <pc:docMkLst>
        <pc:docMk/>
      </pc:docMkLst>
      <pc:sldChg chg="modSp mod modTransition">
        <pc:chgData name="Lakshya Jain" userId="f1819920460a2214" providerId="LiveId" clId="{1A2DD0CF-7FF1-4625-87FA-8D904C86EF0C}" dt="2026-08-24T10:22:18.633" v="286" actId="20577"/>
        <pc:sldMkLst>
          <pc:docMk/>
          <pc:sldMk cId="0" sldId="256"/>
        </pc:sldMkLst>
        <pc:spChg chg="mod">
          <ac:chgData name="Lakshya Jain" userId="f1819920460a2214" providerId="LiveId" clId="{1A2DD0CF-7FF1-4625-87FA-8D904C86EF0C}" dt="2026-08-24T04:24:51.899" v="268" actId="1038"/>
          <ac:spMkLst>
            <pc:docMk/>
            <pc:sldMk cId="0" sldId="256"/>
            <ac:spMk id="3" creationId="{00000000-0000-0000-0000-000000000000}"/>
          </ac:spMkLst>
        </pc:spChg>
        <pc:spChg chg="mod">
          <ac:chgData name="Lakshya Jain" userId="f1819920460a2214" providerId="LiveId" clId="{1A2DD0CF-7FF1-4625-87FA-8D904C86EF0C}" dt="2026-08-24T10:22:18.633" v="28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Lakshya Jain" userId="f1819920460a2214" providerId="LiveId" clId="{1A2DD0CF-7FF1-4625-87FA-8D904C86EF0C}" dt="2026-08-21T16:30:43.272" v="26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Lakshya Jain" userId="f1819920460a2214" providerId="LiveId" clId="{1A2DD0CF-7FF1-4625-87FA-8D904C86EF0C}" dt="2026-08-21T16:31:06.969" v="40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Lakshya Jain" userId="f1819920460a2214" providerId="LiveId" clId="{1A2DD0CF-7FF1-4625-87FA-8D904C86EF0C}" dt="2026-08-21T16:31:16.645" v="44" actId="403"/>
          <ac:spMkLst>
            <pc:docMk/>
            <pc:sldMk cId="0" sldId="256"/>
            <ac:spMk id="7" creationId="{00000000-0000-0000-0000-000000000000}"/>
          </ac:spMkLst>
        </pc:sp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57"/>
        </pc:sldMkLst>
        <pc:picChg chg="mod">
          <ac:chgData name="Lakshya Jain" userId="f1819920460a2214" providerId="LiveId" clId="{1A2DD0CF-7FF1-4625-87FA-8D904C86EF0C}" dt="2026-08-21T16:31:43.886" v="48" actId="14100"/>
          <ac:picMkLst>
            <pc:docMk/>
            <pc:sldMk cId="0" sldId="257"/>
            <ac:picMk id="3" creationId="{00000000-0000-0000-0000-000000000000}"/>
          </ac:picMkLst>
        </pc:picChg>
      </pc:sldChg>
      <pc:sldChg chg="addSp delSp modSp mod modTransition">
        <pc:chgData name="Lakshya Jain" userId="f1819920460a2214" providerId="LiveId" clId="{1A2DD0CF-7FF1-4625-87FA-8D904C86EF0C}" dt="2026-08-24T04:19:23.216" v="267"/>
        <pc:sldMkLst>
          <pc:docMk/>
          <pc:sldMk cId="0" sldId="258"/>
        </pc:sldMkLst>
        <pc:picChg chg="add mod">
          <ac:chgData name="Lakshya Jain" userId="f1819920460a2214" providerId="LiveId" clId="{1A2DD0CF-7FF1-4625-87FA-8D904C86EF0C}" dt="2026-08-21T16:47:56.825" v="175" actId="14100"/>
          <ac:picMkLst>
            <pc:docMk/>
            <pc:sldMk cId="0" sldId="258"/>
            <ac:picMk id="5" creationId="{A680F823-3F66-7B21-5F30-F87041D6A944}"/>
          </ac:picMkLst>
        </pc:picChg>
      </pc:sldChg>
      <pc:sldChg chg="addSp delSp modSp mod modTransition">
        <pc:chgData name="Lakshya Jain" userId="f1819920460a2214" providerId="LiveId" clId="{1A2DD0CF-7FF1-4625-87FA-8D904C86EF0C}" dt="2026-08-24T04:19:23.216" v="267"/>
        <pc:sldMkLst>
          <pc:docMk/>
          <pc:sldMk cId="0" sldId="259"/>
        </pc:sldMkLst>
        <pc:picChg chg="add mod">
          <ac:chgData name="Lakshya Jain" userId="f1819920460a2214" providerId="LiveId" clId="{1A2DD0CF-7FF1-4625-87FA-8D904C86EF0C}" dt="2026-08-21T16:48:28.031" v="179" actId="14100"/>
          <ac:picMkLst>
            <pc:docMk/>
            <pc:sldMk cId="0" sldId="259"/>
            <ac:picMk id="5" creationId="{A83E8115-3B36-51E9-9A7D-0F91A9D5896E}"/>
          </ac:picMkLst>
        </pc:picChg>
      </pc:sldChg>
      <pc:sldChg chg="addSp delSp modSp mod modTransition">
        <pc:chgData name="Lakshya Jain" userId="f1819920460a2214" providerId="LiveId" clId="{1A2DD0CF-7FF1-4625-87FA-8D904C86EF0C}" dt="2026-08-24T04:19:23.216" v="267"/>
        <pc:sldMkLst>
          <pc:docMk/>
          <pc:sldMk cId="0" sldId="260"/>
        </pc:sldMkLst>
        <pc:picChg chg="add mod">
          <ac:chgData name="Lakshya Jain" userId="f1819920460a2214" providerId="LiveId" clId="{1A2DD0CF-7FF1-4625-87FA-8D904C86EF0C}" dt="2026-08-21T16:48:43.691" v="183" actId="14100"/>
          <ac:picMkLst>
            <pc:docMk/>
            <pc:sldMk cId="0" sldId="260"/>
            <ac:picMk id="5" creationId="{BCA90350-5B11-595E-A882-E6BDD2721C7E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1"/>
        </pc:sldMkLst>
        <pc:picChg chg="mod">
          <ac:chgData name="Lakshya Jain" userId="f1819920460a2214" providerId="LiveId" clId="{1A2DD0CF-7FF1-4625-87FA-8D904C86EF0C}" dt="2026-08-21T16:33:20.248" v="64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2"/>
        </pc:sldMkLst>
        <pc:picChg chg="mod">
          <ac:chgData name="Lakshya Jain" userId="f1819920460a2214" providerId="LiveId" clId="{1A2DD0CF-7FF1-4625-87FA-8D904C86EF0C}" dt="2026-08-21T16:33:42.665" v="68" actId="14100"/>
          <ac:picMkLst>
            <pc:docMk/>
            <pc:sldMk cId="0" sldId="262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3"/>
        </pc:sldMkLst>
        <pc:picChg chg="mod">
          <ac:chgData name="Lakshya Jain" userId="f1819920460a2214" providerId="LiveId" clId="{1A2DD0CF-7FF1-4625-87FA-8D904C86EF0C}" dt="2026-08-21T16:34:05.259" v="72" actId="14100"/>
          <ac:picMkLst>
            <pc:docMk/>
            <pc:sldMk cId="0" sldId="263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4"/>
        </pc:sldMkLst>
        <pc:picChg chg="mod">
          <ac:chgData name="Lakshya Jain" userId="f1819920460a2214" providerId="LiveId" clId="{1A2DD0CF-7FF1-4625-87FA-8D904C86EF0C}" dt="2026-08-21T16:34:46.739" v="76" actId="14100"/>
          <ac:picMkLst>
            <pc:docMk/>
            <pc:sldMk cId="0" sldId="264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5"/>
        </pc:sldMkLst>
        <pc:picChg chg="mod">
          <ac:chgData name="Lakshya Jain" userId="f1819920460a2214" providerId="LiveId" clId="{1A2DD0CF-7FF1-4625-87FA-8D904C86EF0C}" dt="2026-08-21T16:35:05.863" v="80" actId="14100"/>
          <ac:picMkLst>
            <pc:docMk/>
            <pc:sldMk cId="0" sldId="265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6"/>
        </pc:sldMkLst>
        <pc:picChg chg="mod">
          <ac:chgData name="Lakshya Jain" userId="f1819920460a2214" providerId="LiveId" clId="{1A2DD0CF-7FF1-4625-87FA-8D904C86EF0C}" dt="2026-08-21T16:35:22.230" v="84" actId="14100"/>
          <ac:picMkLst>
            <pc:docMk/>
            <pc:sldMk cId="0" sldId="266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7"/>
        </pc:sldMkLst>
        <pc:picChg chg="mod">
          <ac:chgData name="Lakshya Jain" userId="f1819920460a2214" providerId="LiveId" clId="{1A2DD0CF-7FF1-4625-87FA-8D904C86EF0C}" dt="2026-08-21T16:35:39.983" v="88" actId="14100"/>
          <ac:picMkLst>
            <pc:docMk/>
            <pc:sldMk cId="0" sldId="267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8"/>
        </pc:sldMkLst>
        <pc:picChg chg="mod">
          <ac:chgData name="Lakshya Jain" userId="f1819920460a2214" providerId="LiveId" clId="{1A2DD0CF-7FF1-4625-87FA-8D904C86EF0C}" dt="2026-08-21T16:36:07.703" v="92" actId="14100"/>
          <ac:picMkLst>
            <pc:docMk/>
            <pc:sldMk cId="0" sldId="268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69"/>
        </pc:sldMkLst>
        <pc:picChg chg="mod">
          <ac:chgData name="Lakshya Jain" userId="f1819920460a2214" providerId="LiveId" clId="{1A2DD0CF-7FF1-4625-87FA-8D904C86EF0C}" dt="2026-08-21T16:36:24.926" v="96" actId="14100"/>
          <ac:picMkLst>
            <pc:docMk/>
            <pc:sldMk cId="0" sldId="269"/>
            <ac:picMk id="3" creationId="{00000000-0000-0000-0000-000000000000}"/>
          </ac:picMkLst>
        </pc:picChg>
      </pc:sldChg>
      <pc:sldChg chg="addSp delSp modSp mod modTransition">
        <pc:chgData name="Lakshya Jain" userId="f1819920460a2214" providerId="LiveId" clId="{1A2DD0CF-7FF1-4625-87FA-8D904C86EF0C}" dt="2026-08-24T08:40:11.450" v="274" actId="14100"/>
        <pc:sldMkLst>
          <pc:docMk/>
          <pc:sldMk cId="0" sldId="270"/>
        </pc:sldMkLst>
        <pc:picChg chg="del mod">
          <ac:chgData name="Lakshya Jain" userId="f1819920460a2214" providerId="LiveId" clId="{1A2DD0CF-7FF1-4625-87FA-8D904C86EF0C}" dt="2026-08-24T08:39:25.986" v="269" actId="478"/>
          <ac:picMkLst>
            <pc:docMk/>
            <pc:sldMk cId="0" sldId="270"/>
            <ac:picMk id="3" creationId="{00000000-0000-0000-0000-000000000000}"/>
          </ac:picMkLst>
        </pc:picChg>
        <pc:picChg chg="add del mod">
          <ac:chgData name="Lakshya Jain" userId="f1819920460a2214" providerId="LiveId" clId="{1A2DD0CF-7FF1-4625-87FA-8D904C86EF0C}" dt="2026-08-24T08:40:07.090" v="272" actId="478"/>
          <ac:picMkLst>
            <pc:docMk/>
            <pc:sldMk cId="0" sldId="270"/>
            <ac:picMk id="5" creationId="{832D102D-9A04-2F78-E8B1-5E264F54BFF2}"/>
          </ac:picMkLst>
        </pc:picChg>
        <pc:picChg chg="add mod">
          <ac:chgData name="Lakshya Jain" userId="f1819920460a2214" providerId="LiveId" clId="{1A2DD0CF-7FF1-4625-87FA-8D904C86EF0C}" dt="2026-08-24T08:40:11.450" v="274" actId="14100"/>
          <ac:picMkLst>
            <pc:docMk/>
            <pc:sldMk cId="0" sldId="270"/>
            <ac:picMk id="7" creationId="{B4225712-32C5-8098-09F9-C95590C2D912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71"/>
        </pc:sldMkLst>
        <pc:picChg chg="mod">
          <ac:chgData name="Lakshya Jain" userId="f1819920460a2214" providerId="LiveId" clId="{1A2DD0CF-7FF1-4625-87FA-8D904C86EF0C}" dt="2026-08-21T16:37:35.850" v="103" actId="14100"/>
          <ac:picMkLst>
            <pc:docMk/>
            <pc:sldMk cId="0" sldId="271"/>
            <ac:picMk id="3" creationId="{00000000-0000-0000-0000-000000000000}"/>
          </ac:picMkLst>
        </pc:picChg>
      </pc:sldChg>
      <pc:sldChg chg="addSp delSp modSp mod modTransition">
        <pc:chgData name="Lakshya Jain" userId="f1819920460a2214" providerId="LiveId" clId="{1A2DD0CF-7FF1-4625-87FA-8D904C86EF0C}" dt="2026-08-24T04:19:23.216" v="267"/>
        <pc:sldMkLst>
          <pc:docMk/>
          <pc:sldMk cId="0" sldId="272"/>
        </pc:sldMkLst>
        <pc:picChg chg="add mod">
          <ac:chgData name="Lakshya Jain" userId="f1819920460a2214" providerId="LiveId" clId="{1A2DD0CF-7FF1-4625-87FA-8D904C86EF0C}" dt="2026-08-21T17:14:03.991" v="197" actId="14100"/>
          <ac:picMkLst>
            <pc:docMk/>
            <pc:sldMk cId="0" sldId="272"/>
            <ac:picMk id="5" creationId="{DCE54879-D1E6-C6C9-BD26-A31C4CD616C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73"/>
        </pc:sldMkLst>
        <pc:picChg chg="mod">
          <ac:chgData name="Lakshya Jain" userId="f1819920460a2214" providerId="LiveId" clId="{1A2DD0CF-7FF1-4625-87FA-8D904C86EF0C}" dt="2026-08-21T16:38:13.945" v="112" actId="14100"/>
          <ac:picMkLst>
            <pc:docMk/>
            <pc:sldMk cId="0" sldId="273"/>
            <ac:picMk id="3" creationId="{00000000-0000-0000-0000-000000000000}"/>
          </ac:picMkLst>
        </pc:picChg>
      </pc:sldChg>
      <pc:sldChg chg="modSp mod modTransition">
        <pc:chgData name="Lakshya Jain" userId="f1819920460a2214" providerId="LiveId" clId="{1A2DD0CF-7FF1-4625-87FA-8D904C86EF0C}" dt="2026-08-24T04:19:23.216" v="267"/>
        <pc:sldMkLst>
          <pc:docMk/>
          <pc:sldMk cId="0" sldId="274"/>
        </pc:sldMkLst>
        <pc:picChg chg="mod">
          <ac:chgData name="Lakshya Jain" userId="f1819920460a2214" providerId="LiveId" clId="{1A2DD0CF-7FF1-4625-87FA-8D904C86EF0C}" dt="2026-08-21T16:38:27.683" v="116" actId="14100"/>
          <ac:picMkLst>
            <pc:docMk/>
            <pc:sldMk cId="0" sldId="274"/>
            <ac:picMk id="3" creationId="{00000000-0000-0000-0000-000000000000}"/>
          </ac:picMkLst>
        </pc:picChg>
      </pc:sldChg>
      <pc:sldChg chg="addSp delSp modSp mod modTransition">
        <pc:chgData name="Lakshya Jain" userId="f1819920460a2214" providerId="LiveId" clId="{1A2DD0CF-7FF1-4625-87FA-8D904C86EF0C}" dt="2026-08-24T04:19:23.216" v="267"/>
        <pc:sldMkLst>
          <pc:docMk/>
          <pc:sldMk cId="0" sldId="275"/>
        </pc:sldMkLst>
        <pc:spChg chg="add del mod">
          <ac:chgData name="Lakshya Jain" userId="f1819920460a2214" providerId="LiveId" clId="{1A2DD0CF-7FF1-4625-87FA-8D904C86EF0C}" dt="2026-08-24T04:12:33.083" v="210" actId="478"/>
          <ac:spMkLst>
            <pc:docMk/>
            <pc:sldMk cId="0" sldId="275"/>
            <ac:spMk id="4" creationId="{EBA2A79B-3C24-1E11-D2B9-372E3CAA2C47}"/>
          </ac:spMkLst>
        </pc:spChg>
        <pc:picChg chg="mod">
          <ac:chgData name="Lakshya Jain" userId="f1819920460a2214" providerId="LiveId" clId="{1A2DD0CF-7FF1-4625-87FA-8D904C86EF0C}" dt="2026-08-24T04:12:37.993" v="211" actId="14100"/>
          <ac:picMkLst>
            <pc:docMk/>
            <pc:sldMk cId="0" sldId="275"/>
            <ac:picMk id="3" creationId="{00000000-0000-0000-0000-000000000000}"/>
          </ac:picMkLst>
        </pc:picChg>
      </pc:sldChg>
      <pc:sldChg chg="addSp delSp modSp new mod modTransition">
        <pc:chgData name="Lakshya Jain" userId="f1819920460a2214" providerId="LiveId" clId="{1A2DD0CF-7FF1-4625-87FA-8D904C86EF0C}" dt="2026-08-24T04:19:23.216" v="267"/>
        <pc:sldMkLst>
          <pc:docMk/>
          <pc:sldMk cId="1549383494" sldId="276"/>
        </pc:sldMkLst>
        <pc:spChg chg="add del mod">
          <ac:chgData name="Lakshya Jain" userId="f1819920460a2214" providerId="LiveId" clId="{1A2DD0CF-7FF1-4625-87FA-8D904C86EF0C}" dt="2026-08-24T04:14:57.474" v="234" actId="478"/>
          <ac:spMkLst>
            <pc:docMk/>
            <pc:sldMk cId="1549383494" sldId="276"/>
            <ac:spMk id="2" creationId="{79B70B1A-8788-D6BE-E4CD-200116CB3B91}"/>
          </ac:spMkLst>
        </pc:spChg>
        <pc:spChg chg="add mod">
          <ac:chgData name="Lakshya Jain" userId="f1819920460a2214" providerId="LiveId" clId="{1A2DD0CF-7FF1-4625-87FA-8D904C86EF0C}" dt="2026-08-24T04:18:57.835" v="266" actId="207"/>
          <ac:spMkLst>
            <pc:docMk/>
            <pc:sldMk cId="1549383494" sldId="276"/>
            <ac:spMk id="3" creationId="{7A6C9859-B715-B8E2-27F6-B562B66F617C}"/>
          </ac:spMkLst>
        </pc:spChg>
        <pc:spChg chg="add mod">
          <ac:chgData name="Lakshya Jain" userId="f1819920460a2214" providerId="LiveId" clId="{1A2DD0CF-7FF1-4625-87FA-8D904C86EF0C}" dt="2026-08-24T04:17:36.186" v="264" actId="1076"/>
          <ac:spMkLst>
            <pc:docMk/>
            <pc:sldMk cId="1549383494" sldId="276"/>
            <ac:spMk id="4" creationId="{5D0D9D70-FF64-19BB-2497-120EA58574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4682" y="457200"/>
            <a:ext cx="11094415" cy="1188720"/>
          </a:xfrm>
          <a:prstGeom prst="round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3600" dirty="0" err="1"/>
              <a:t>CampusFlow</a:t>
            </a:r>
            <a:endParaRPr dirty="0"/>
          </a:p>
          <a:p>
            <a:pPr algn="ctr">
              <a:defRPr sz="1400">
                <a:solidFill>
                  <a:srgbClr val="B2DFDB"/>
                </a:solidFill>
              </a:defRPr>
            </a:pPr>
            <a:r>
              <a:rPr sz="1600" dirty="0"/>
              <a:t>Smart Campus Companion &amp; Service Request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4114800" cy="4572000"/>
          </a:xfrm>
          <a:prstGeom prst="roundRect">
            <a:avLst/>
          </a:prstGeom>
          <a:solidFill>
            <a:srgbClr val="F8FAF9"/>
          </a:solidFill>
          <a:ln w="1270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>
              <a:spcAft>
                <a:spcPts val="600"/>
              </a:spcAft>
              <a:defRPr sz="1100" b="1">
                <a:solidFill>
                  <a:srgbClr val="1A4D48"/>
                </a:solidFill>
              </a:defRPr>
            </a:pPr>
            <a:r>
              <a:rPr sz="1600" dirty="0"/>
              <a:t> </a:t>
            </a:r>
            <a:r>
              <a:rPr sz="1650" dirty="0"/>
              <a:t>Name: </a:t>
            </a:r>
            <a:r>
              <a:rPr sz="1650" b="0" dirty="0">
                <a:solidFill>
                  <a:srgbClr val="212529"/>
                </a:solidFill>
              </a:rPr>
              <a:t>LAKSHYA JAIN</a:t>
            </a:r>
          </a:p>
          <a:p>
            <a:pPr>
              <a:spcAft>
                <a:spcPts val="600"/>
              </a:spcAft>
              <a:defRPr sz="1100" b="1">
                <a:solidFill>
                  <a:srgbClr val="1A4D48"/>
                </a:solidFill>
              </a:defRPr>
            </a:pPr>
            <a:r>
              <a:rPr sz="1650" dirty="0"/>
              <a:t>Registration No.: </a:t>
            </a:r>
            <a:r>
              <a:rPr sz="1650" b="0" dirty="0">
                <a:solidFill>
                  <a:srgbClr val="212529"/>
                </a:solidFill>
              </a:rPr>
              <a:t>CL20260703011709337</a:t>
            </a:r>
          </a:p>
          <a:p>
            <a:pPr>
              <a:spcAft>
                <a:spcPts val="600"/>
              </a:spcAft>
              <a:defRPr sz="1100" b="1">
                <a:solidFill>
                  <a:srgbClr val="1A4D48"/>
                </a:solidFill>
              </a:defRPr>
            </a:pPr>
            <a:r>
              <a:rPr sz="1650" dirty="0"/>
              <a:t>Batch: </a:t>
            </a:r>
            <a:r>
              <a:rPr sz="1650" b="0" dirty="0">
                <a:solidFill>
                  <a:srgbClr val="212529"/>
                </a:solidFill>
              </a:rPr>
              <a:t>TECFJ 01</a:t>
            </a:r>
          </a:p>
          <a:p>
            <a:pPr>
              <a:spcAft>
                <a:spcPts val="600"/>
              </a:spcAft>
              <a:defRPr sz="1100" b="1">
                <a:solidFill>
                  <a:srgbClr val="1A4D48"/>
                </a:solidFill>
              </a:defRPr>
            </a:pPr>
            <a:r>
              <a:rPr sz="1650"/>
              <a:t>Program:</a:t>
            </a:r>
            <a:r>
              <a:rPr sz="1650" b="0">
                <a:solidFill>
                  <a:srgbClr val="212529"/>
                </a:solidFill>
              </a:rPr>
              <a:t>— </a:t>
            </a:r>
            <a:r>
              <a:rPr sz="1650" b="0" dirty="0">
                <a:solidFill>
                  <a:srgbClr val="212529"/>
                </a:solidFill>
              </a:rPr>
              <a:t>Java Full-Stack</a:t>
            </a:r>
          </a:p>
          <a:p>
            <a:pPr>
              <a:spcAft>
                <a:spcPts val="600"/>
              </a:spcAft>
              <a:defRPr sz="1100" b="1">
                <a:solidFill>
                  <a:srgbClr val="1A4D48"/>
                </a:solidFill>
              </a:defRPr>
            </a:pPr>
            <a:r>
              <a:rPr sz="1650" dirty="0"/>
              <a:t>Frontend Stack: </a:t>
            </a:r>
            <a:r>
              <a:rPr sz="1650" b="0" dirty="0">
                <a:solidFill>
                  <a:srgbClr val="212529"/>
                </a:solidFill>
              </a:rPr>
              <a:t>React + Vite, JSX, CSS Variables</a:t>
            </a:r>
          </a:p>
          <a:p>
            <a:pPr>
              <a:spcAft>
                <a:spcPts val="600"/>
              </a:spcAft>
              <a:defRPr sz="1100" b="1">
                <a:solidFill>
                  <a:srgbClr val="1A4D48"/>
                </a:solidFill>
              </a:defRPr>
            </a:pPr>
            <a:r>
              <a:rPr sz="1650" dirty="0"/>
              <a:t>Backend Stack: </a:t>
            </a:r>
            <a:r>
              <a:rPr sz="1650" b="0" dirty="0">
                <a:solidFill>
                  <a:srgbClr val="212529"/>
                </a:solidFill>
              </a:rPr>
              <a:t>Java + Spring Boot REST APIs</a:t>
            </a:r>
          </a:p>
          <a:p>
            <a:pPr>
              <a:spcAft>
                <a:spcPts val="600"/>
              </a:spcAft>
              <a:defRPr sz="1100" b="1">
                <a:solidFill>
                  <a:srgbClr val="1A4D48"/>
                </a:solidFill>
              </a:defRPr>
            </a:pPr>
            <a:r>
              <a:rPr sz="1650" dirty="0"/>
              <a:t>Database: </a:t>
            </a:r>
            <a:r>
              <a:rPr sz="1650" b="0" dirty="0">
                <a:solidFill>
                  <a:srgbClr val="212529"/>
                </a:solidFill>
              </a:rPr>
              <a:t>MongoDB (Spring Data Repositories)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828800"/>
            <a:ext cx="6796735" cy="1417320"/>
          </a:xfrm>
          <a:prstGeom prst="roundRect">
            <a:avLst/>
          </a:prstGeom>
          <a:solidFill>
            <a:srgbClr val="F8FAF9"/>
          </a:solidFill>
          <a:ln w="1270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1A4D48"/>
                </a:solidFill>
              </a:defRPr>
            </a:pPr>
            <a:r>
              <a:rPr dirty="0"/>
              <a:t>1. Student Workspace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rPr sz="1600" dirty="0"/>
              <a:t>Empowers students with role-specific views for enrolled courses, upcoming assignments, campus timetable, notices, and direct service request submission with live status tracking (#Pending, #Resolved, #Declined).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383280"/>
            <a:ext cx="6796735" cy="1417320"/>
          </a:xfrm>
          <a:prstGeom prst="roundRect">
            <a:avLst/>
          </a:prstGeom>
          <a:solidFill>
            <a:srgbClr val="F8FAF9"/>
          </a:solidFill>
          <a:ln w="1270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1A4D48"/>
                </a:solidFill>
              </a:defRPr>
            </a:pPr>
            <a:r>
              <a:rPr sz="1600" dirty="0"/>
              <a:t>2. Faculty Workspace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rPr sz="1600" dirty="0"/>
              <a:t>Dedicated portal for instructors to oversee teaching schedules, department notices, university events, assignments distribution, and report infrastructure/IT concerns seamlessly.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4937760"/>
            <a:ext cx="6796735" cy="1417320"/>
          </a:xfrm>
          <a:prstGeom prst="roundRect">
            <a:avLst/>
          </a:prstGeom>
          <a:solidFill>
            <a:srgbClr val="F8FAF9"/>
          </a:solidFill>
          <a:ln w="1270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1A4D48"/>
                </a:solidFill>
              </a:defRPr>
            </a:pPr>
            <a:r>
              <a:rPr sz="1400" dirty="0"/>
              <a:t>3. Administrator Control Panel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rPr sz="1600" dirty="0"/>
              <a:t>Central command console enabling administration to triage and update campus service requests, monitor operational pulse, and oversee registered student and faculty user accounts.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Landing Page — CampusFlow Main Portal &amp; Entry</a:t>
            </a:r>
          </a:p>
        </p:txBody>
      </p:sp>
      <p:pic>
        <p:nvPicPr>
          <p:cNvPr id="3" name="Picture 2" descr="input_fil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1695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Authentication — Student Registration Portal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0F823-3F66-7B21-5F30-F87041D6A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Authentication — Faculty Registration Portal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E8115-3B36-51E9-9A7D-0F91A9D58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Authentication — Role-Based Secure Login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90350-5B11-595E-A882-E6BDD2721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Student Workspace — Overview &amp; Campus Pulse</a:t>
            </a:r>
          </a:p>
        </p:txBody>
      </p:sp>
      <p:pic>
        <p:nvPicPr>
          <p:cNvPr id="3" name="Picture 2" descr="input_fil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4360"/>
            <a:ext cx="12191694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 Requests — Submit New Issue Modal</a:t>
            </a:r>
          </a:p>
        </p:txBody>
      </p:sp>
      <p:pic>
        <p:nvPicPr>
          <p:cNvPr id="3" name="Picture 2" descr="input_fil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4360"/>
            <a:ext cx="12191694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 Requests — Real-time Issue Status Tracking</a:t>
            </a:r>
          </a:p>
        </p:txBody>
      </p:sp>
      <p:pic>
        <p:nvPicPr>
          <p:cNvPr id="3" name="Picture 2" descr="input_fil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1695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Academic Records — Enrolled Courses Listing</a:t>
            </a:r>
          </a:p>
        </p:txBody>
      </p:sp>
      <p:pic>
        <p:nvPicPr>
          <p:cNvPr id="3" name="Picture 2" descr="input_fil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1695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Academic Records — Course Assignments &amp; Deadlines</a:t>
            </a:r>
          </a:p>
        </p:txBody>
      </p:sp>
      <p:pic>
        <p:nvPicPr>
          <p:cNvPr id="3" name="Picture 2" descr="input_fil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4360"/>
            <a:ext cx="12191694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Account Management — Student Profile Settings</a:t>
            </a:r>
          </a:p>
        </p:txBody>
      </p:sp>
      <p:pic>
        <p:nvPicPr>
          <p:cNvPr id="3" name="Picture 2" descr="input_fil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1695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Faculty Workspace — Overview &amp; Faculty Pulse</a:t>
            </a:r>
          </a:p>
        </p:txBody>
      </p:sp>
      <p:pic>
        <p:nvPicPr>
          <p:cNvPr id="3" name="Picture 2" descr="input_fil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Campus Data — Notices &amp; Holiday Announcements</a:t>
            </a:r>
          </a:p>
        </p:txBody>
      </p:sp>
      <p:pic>
        <p:nvPicPr>
          <p:cNvPr id="3" name="Picture 2" descr="input_fil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Campus Data — Master Timetable Schedule</a:t>
            </a:r>
          </a:p>
        </p:txBody>
      </p:sp>
      <p:pic>
        <p:nvPicPr>
          <p:cNvPr id="3" name="Picture 2" descr="input_fil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1695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 Workspace — System Overview &amp; Analytics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225712-32C5-8098-09F9-C95590C2D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 Control — All Campus Service Requests Queue</a:t>
            </a:r>
          </a:p>
        </p:txBody>
      </p:sp>
      <p:pic>
        <p:nvPicPr>
          <p:cNvPr id="3" name="Picture 2" descr="input_fil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12191695" cy="6172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 Control — Pending Requests Action 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54879-D1E6-C6C9-BD26-A31C4CD6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 Control — Declined Request Status View</a:t>
            </a:r>
          </a:p>
        </p:txBody>
      </p:sp>
      <p:pic>
        <p:nvPicPr>
          <p:cNvPr id="3" name="Picture 2" descr="input_fil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 Control — Registered User Accounts Management</a:t>
            </a:r>
          </a:p>
        </p:txBody>
      </p:sp>
      <p:pic>
        <p:nvPicPr>
          <p:cNvPr id="3" name="Picture 2" descr="input_fil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4360"/>
            <a:ext cx="12191694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 Layer — MongoDB Compass Users Collection</a:t>
            </a:r>
          </a:p>
        </p:txBody>
      </p:sp>
      <p:pic>
        <p:nvPicPr>
          <p:cNvPr id="3" name="Picture 2" descr="input_fil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4360"/>
            <a:ext cx="12192000" cy="626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6C9859-B715-B8E2-27F6-B562B66F617C}"/>
              </a:ext>
            </a:extLst>
          </p:cNvPr>
          <p:cNvSpPr/>
          <p:nvPr/>
        </p:nvSpPr>
        <p:spPr>
          <a:xfrm>
            <a:off x="1519083" y="1032387"/>
            <a:ext cx="9153834" cy="4511993"/>
          </a:xfrm>
          <a:prstGeom prst="roundRect">
            <a:avLst/>
          </a:prstGeom>
          <a:solidFill>
            <a:srgbClr val="02320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D9D70-FF64-19BB-2497-120EA58574F8}"/>
              </a:ext>
            </a:extLst>
          </p:cNvPr>
          <p:cNvSpPr txBox="1"/>
          <p:nvPr/>
        </p:nvSpPr>
        <p:spPr>
          <a:xfrm>
            <a:off x="2202425" y="2182760"/>
            <a:ext cx="72955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i="1" dirty="0">
                <a:solidFill>
                  <a:schemeClr val="bg1"/>
                </a:solidFill>
                <a:latin typeface="Bahnschrift" panose="020B0502040204020203" pitchFamily="34" charset="0"/>
              </a:rPr>
              <a:t>-----THE END-----</a:t>
            </a:r>
          </a:p>
          <a:p>
            <a:pPr algn="ctr"/>
            <a:r>
              <a:rPr lang="en-IN" sz="6000" b="1" i="1" dirty="0">
                <a:solidFill>
                  <a:schemeClr val="bg1"/>
                </a:solidFill>
                <a:latin typeface="Bahnschrift" panose="020B0502040204020203" pitchFamily="34" charset="0"/>
              </a:rPr>
              <a:t>THANK YOU!</a:t>
            </a:r>
          </a:p>
          <a:p>
            <a:endParaRPr lang="en-IN" sz="6000" dirty="0">
              <a:solidFill>
                <a:schemeClr val="bg1"/>
              </a:solidFill>
            </a:endParaRPr>
          </a:p>
          <a:p>
            <a:endParaRPr lang="en-IN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38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287</Words>
  <Application>Microsoft Office PowerPoint</Application>
  <PresentationFormat>Widescreen</PresentationFormat>
  <Paragraphs>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Lakshya Jain</cp:lastModifiedBy>
  <cp:revision>1</cp:revision>
  <dcterms:created xsi:type="dcterms:W3CDTF">2013-01-27T09:14:16Z</dcterms:created>
  <dcterms:modified xsi:type="dcterms:W3CDTF">2026-08-24T10:22:25Z</dcterms:modified>
  <cp:category/>
</cp:coreProperties>
</file>